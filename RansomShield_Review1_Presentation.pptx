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</p:sldIdLst>
  <p:sldSz cy="10287000" cx="18288000"/>
  <p:notesSz cx="6858000" cy="9144000"/>
  <p:embeddedFontLst>
    <p:embeddedFont>
      <p:font typeface="DM Sans"/>
      <p:regular r:id="rId29"/>
      <p:bold r:id="rId30"/>
      <p:italic r:id="rId31"/>
      <p:boldItalic r:id="rId32"/>
    </p:embeddedFont>
    <p:embeddedFont>
      <p:font typeface="Forum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9" Type="http://schemas.openxmlformats.org/officeDocument/2006/relationships/font" Target="fonts/DMSans-regular.fntdata"/><Relationship Id="rId30" Type="http://schemas.openxmlformats.org/officeDocument/2006/relationships/font" Target="fonts/DMSans-bold.fntdata"/><Relationship Id="rId31" Type="http://schemas.openxmlformats.org/officeDocument/2006/relationships/font" Target="fonts/DMSans-italic.fntdata"/><Relationship Id="rId32" Type="http://schemas.openxmlformats.org/officeDocument/2006/relationships/font" Target="fonts/DMSans-boldItalic.fntdata"/><Relationship Id="rId33" Type="http://schemas.openxmlformats.org/officeDocument/2006/relationships/font" Target="fonts/Forum-regular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nsomshield_hero_17875930486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1200000"/>
            <a:ext cx="17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7200" b="1">
                <a:solidFill>
                  <a:srgbClr val="C5A572"/>
                </a:solidFill>
                <a:latin typeface="Forum"/>
              </a:defRPr>
            </a:pPr>
            <a:r>
              <a:t>RansomShield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4200000"/>
            <a:ext cx="17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Forum"/>
              </a:defRPr>
            </a:pPr>
            <a:r>
              <a:t>Intelligent Ransomware Detection Using Memory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6000000"/>
            <a:ext cx="17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AI-Powered Behavioral Analysis  •  Memory Forensics  •  Automated Containment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7500000"/>
            <a:ext cx="17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C5A572"/>
                </a:solidFill>
                <a:latin typeface="DM Sans"/>
              </a:defRPr>
            </a:pPr>
            <a:r>
              <a:t>Team 03  | 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Team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1800000"/>
            <a:ext cx="1623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CCCCCC"/>
                </a:solidFill>
                <a:latin typeface="DM Sans"/>
              </a:defRPr>
            </a:pPr>
            <a:r>
              <a:t>Meet the Team Behind RansomShield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3500000"/>
            <a:ext cx="3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Forum"/>
              </a:defRPr>
            </a:pPr>
            <a:r>
              <a:t>Lingareddy Gari Maheshwara Reddy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410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C5A572"/>
                </a:solidFill>
                <a:latin typeface="DM Sans"/>
              </a:defRPr>
            </a:pPr>
            <a:r>
              <a:t>99240041355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700" y="4600000"/>
            <a:ext cx="2200000" cy="200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28700" y="3500000"/>
            <a:ext cx="3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Forum"/>
              </a:defRPr>
            </a:pPr>
            <a:r>
              <a:t>Shaik Salmaan Faris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8700" y="410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C5A572"/>
                </a:solidFill>
                <a:latin typeface="DM Sans"/>
              </a:defRPr>
            </a:pPr>
            <a:r>
              <a:t>99240041250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028700" y="4600000"/>
            <a:ext cx="2200000" cy="200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28700" y="3500000"/>
            <a:ext cx="3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Forum"/>
              </a:defRPr>
            </a:pPr>
            <a:r>
              <a:t>Mandala Thanuj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8700" y="410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C5A572"/>
                </a:solidFill>
                <a:latin typeface="DM Sans"/>
              </a:defRPr>
            </a:pPr>
            <a:r>
              <a:t>99240041249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28700" y="4600000"/>
            <a:ext cx="2200000" cy="200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628700" y="3500000"/>
            <a:ext cx="3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Forum"/>
              </a:defRPr>
            </a:pPr>
            <a:r>
              <a:t>Duddu Pothan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8700" y="410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C5A572"/>
                </a:solidFill>
                <a:latin typeface="DM Sans"/>
              </a:defRPr>
            </a:pPr>
            <a:r>
              <a:t>99240041354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428700" y="4600000"/>
            <a:ext cx="2200000" cy="200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000000"/>
            <a:ext cx="7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CCCCCC"/>
                </a:solidFill>
                <a:latin typeface="DM Sans"/>
              </a:defRPr>
            </a:pPr>
            <a:r>
              <a:t>Why Ransomware is a Critical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3000000"/>
            <a:ext cx="8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Ransomware attacks increased 105% in 2025 (SonicWall Report)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Average ransom payment exceeded $1.5 million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Recovery time averages 22 days per incident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73% of organizations hit by ransomware at least once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Signature-based antivirus fails against zero-day variants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Most tools detect AFTER encryption — too late to save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0000" y="3000000"/>
            <a:ext cx="8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Traditional tools rely on known malware signatures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No real-time behavioral analysis of file entropy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Manual forensic response is too slow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No integrated pipeline: detect → analyze → contain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▸  Memory artifacts are rarely analyzed in real-time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000000"/>
            <a:ext cx="16230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CCCCCC"/>
                </a:solidFill>
                <a:latin typeface="DM Sans"/>
              </a:defRPr>
            </a:pPr>
            <a:r>
              <a:t>RansomShield: A Multi-Layered Intelligent Detection &amp; Response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3200000"/>
            <a:ext cx="16230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DM Sans"/>
              </a:defRPr>
            </a:pPr>
            <a:r>
              <a:t>Layer 1: File System Monitor — Real-time Shannon entropy analysis + rapid rename detection using Watchdog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4100000"/>
            <a:ext cx="16230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DM Sans"/>
              </a:defRPr>
            </a:pPr>
            <a:r>
              <a:t>Layer 2: System Monitor — Host-level CPU, disk I/O, RAM tracking via psutil with optional Sysmon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5000000"/>
            <a:ext cx="16230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M Sans"/>
              </a:defRPr>
            </a:pPr>
            <a:r>
              <a:t>Layer 3: ML Anomaly Engine — IsolationForest (scikit-learn) trained on behavioral features, not signatures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5900000"/>
            <a:ext cx="16230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DM Sans"/>
              </a:defRPr>
            </a:pPr>
            <a:r>
              <a:t>Layer 4: Memory Forensics — Process-specific MiniDump + YARA pattern scanning, with Volatility 3 for offline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6800000"/>
            <a:ext cx="16230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M Sans"/>
              </a:defRPr>
            </a:pPr>
            <a:r>
              <a:t>Layer 5: Automated Containment — Process termination (psutil) + network isolation (netsh firewall rules)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7700000"/>
            <a:ext cx="16230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DM Sans"/>
              </a:defRPr>
            </a:pPr>
            <a:r>
              <a:t>Layer 6: SOC Dashboard — Real-time dark-themed UI with risk gauge, alert feed, containment log &amp; WebSocket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300000"/>
            <a:ext cx="16230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System Architecture</a:t>
            </a:r>
          </a:p>
        </p:txBody>
      </p:sp>
      <p:pic>
        <p:nvPicPr>
          <p:cNvPr id="3" name="Picture 2" descr="architecture_visual_17875930653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500000"/>
            <a:ext cx="15288000" cy="8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Detection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0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M Sans"/>
              </a:defRPr>
            </a:pPr>
            <a:r>
              <a:t>① Simulator writes high-entropy random bytes to sandbox files &amp; renames them to .locked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98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DM Sans"/>
              </a:defRPr>
            </a:pPr>
            <a:r>
              <a:t>② fs_monitor (Watchdog) detects modifications in real-time, calculates Shannon entropy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376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M Sans"/>
              </a:defRPr>
            </a:pPr>
            <a:r>
              <a:t>③ Entropy &gt; 7.5 triggers HIGH_ENTROPY_WRITE alert → pushed to FastAPI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454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DM Sans"/>
              </a:defRPr>
            </a:pPr>
            <a:r>
              <a:t>④ sys_monitor collects CPU/disk/RAM metrics every 5s → feeds into ML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532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M Sans"/>
              </a:defRPr>
            </a:pPr>
            <a:r>
              <a:t>⑤ IsolationForest scores system state → updates risk score (0-100) on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610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DM Sans"/>
              </a:defRPr>
            </a:pPr>
            <a:r>
              <a:t>⑥ SOC analyst clicks 'Kill Process' → memory dump captured → YARA scan executed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688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M Sans"/>
              </a:defRPr>
            </a:pPr>
            <a:r>
              <a:t>⑦ YARA match fires MEMORY_YARA_MATCH alert → process terminated via psutil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766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DM Sans"/>
              </a:defRPr>
            </a:pPr>
            <a:r>
              <a:t>⑧ Endpoint isolated (simulated mode) → all actions logged in containment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844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M Sans"/>
              </a:defRPr>
            </a:pPr>
            <a:r>
              <a:t>⑨ Dashboard updates in real-time via 2-second polling + WebSocket broadcast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Shannon Entropy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00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CCCCCC"/>
                </a:solidFill>
                <a:latin typeface="DM Sans"/>
              </a:defRPr>
            </a:pPr>
            <a:r>
              <a:t>How We Detect Encrypted Data in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3000000"/>
            <a:ext cx="162306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Shannon entropy measures randomness: 0 = perfectly predictable, 8.0 = maximum randomness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Normal text files: entropy ~3.5 - 4.5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Encrypted/compressed files: entropy &gt; 7.5 (near-maximum)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Our threshold: 7.5 — any file write exceeding this triggers an immediate alert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Sliding time window (10s) tracks bursts of high-entropy writes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≥3 high-entropy writes in 10s → elevated alert level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Formula: H(X) = -Σ p(xᵢ) × log₂(p(xᵢ))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Calculated byte-by-byte on every modified file in the watched directory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Combined with rapid rename detection (.txt → .locked patterns)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ML Anomaly Detection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000000"/>
            <a:ext cx="1623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CCCCCC"/>
                </a:solidFill>
                <a:latin typeface="DM Sans"/>
              </a:defRPr>
            </a:pPr>
            <a:r>
              <a:t>IsolationForest — Unsupervised Behavioral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3000000"/>
            <a:ext cx="80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Algorithm: IsolationForest (scikit-learn)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Type: Unsupervised anomaly detection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Feature Vector: [cpu%, disk_write_MB/s, fs_alert_count]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Training: 400 normal + 50 attack synthetic samples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Deliberate noise overlap between classes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Contamination parameter: 0.1 (10%)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Thread-safe singleton with threading.Lock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Calibrates at FastAPI startup on daemon thread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0000" y="3000000"/>
            <a:ext cx="80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Risk Score Output: 0-100 scale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  • 0-40: Normal operation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  • 50: Borderline / suspicious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  • 90: Anomaly detected (high threat)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Anomaly triggers ML_ANOMALY_DETECTED alert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Decision boundary tunable via config.py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Synthetic data disclaimer for patent honesty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NOT production-validated — research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Memory Forensics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000000"/>
            <a:ext cx="1623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CCCCCC"/>
                </a:solidFill>
                <a:latin typeface="DM Sans"/>
              </a:defRPr>
            </a:pPr>
            <a:r>
              <a:t>MiniDump + YARA Scanning — Evidence Before Containment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3000000"/>
            <a:ext cx="162306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Process-specific memory dump via Windows MiniDumpWriteDump (ctypes + dbghelp.dll)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Dump size: ~28 MB per process (vs 16-32 GB for full RAM dump)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Acquisition time: &lt; 1 second (vs 1-5 minutes for full dump)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YARA rule scans for behavioral patterns: RANSOM_SIMULATION_ACTIVE, .locked, crypto markers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Strict pipeline sequence: DUMP → SCAN → KILL (evidence preserved before termination)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Automatic cleanup: .dmp file deleted in try/finally block — zero disk bloat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Volatility 3 (v2.28.0) installed for offline deep forensic analysis of full memory images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▸  YARA rules based on generic behavioral patterns only — no real malware fragments (safe-simulation-only)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Automated Containment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000000"/>
            <a:ext cx="1623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CCCCCC"/>
                </a:solidFill>
                <a:latin typeface="DM Sans"/>
              </a:defRPr>
            </a:pPr>
            <a:r>
              <a:t>Kill Malicious Processes &amp; Isolate Compromised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3000000"/>
            <a:ext cx="80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Process Termination: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  • psutil.Process(pid).terminate()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  • 3-second grace period for graceful exit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  • Falls back to .kill() if timeout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  • Handles NoSuchProcess, AccessDenied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  • Already-terminated PID → clean status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Token-Auth Protected: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  • x-api-key header required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DM Sans"/>
              </a:defRPr>
            </a:pPr>
            <a:r>
              <a:t>  • Prevents unauthorized containment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0000" y="3000000"/>
            <a:ext cx="80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Network Isolation: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  • Simulated mode (default): logs action safely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  • Real mode: netsh advfirewall block rules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  • Never tested on dev machine — VM only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Containment Log Audit Trail: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  • Every action: timestamp + target + result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  • Explicit "mode": "simulated" or "real" field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  • Full audit trail for patent documentation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DM Sans"/>
              </a:defRPr>
            </a:pPr>
            <a:r>
              <a:t>  • Broadcast via WebSocket to live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300000"/>
            <a:ext cx="16230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SOC Dashboard</a:t>
            </a:r>
          </a:p>
        </p:txBody>
      </p:sp>
      <p:pic>
        <p:nvPicPr>
          <p:cNvPr id="3" name="Picture 2" descr="dashboard_visual_17875930785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500000"/>
            <a:ext cx="15288000" cy="8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500000"/>
            <a:ext cx="8000000" cy="7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Backend: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  • Python 3.14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  • FastAPI (REST API + WebSocket)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  • Uvicorn (ASGI Server)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  • psutil (System Metrics)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  • Watchdog (File Monitoring)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  • scikit-learn (ML / IsolationForest)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  • yara-python (Memory Scanning)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DM Sans"/>
              </a:defRPr>
            </a:pPr>
            <a:r>
              <a:t>  • Volatility 3 (Deep Forensics)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2500000"/>
            <a:ext cx="8000000" cy="7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Frontend: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  • HTML5 / CSS3 / JavaScript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  • Dark-themed SOC Dashboard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  • Google Stitch (UI Templates)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  • WebSocket real-time updates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Infrastructure: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  • Windows ctypes (MiniDump)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  • netsh (Network Isolation)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DM Sans"/>
              </a:defRPr>
            </a:pPr>
            <a:r>
              <a:t>  • Token-based API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Key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0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M Sans"/>
              </a:defRPr>
            </a:pPr>
            <a:r>
              <a:t>✦  Behavioral Detection — Catches zero-day ransomware that signature-based tools miss entirely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95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✦  Multi-Layer Defense — Entropy + ML + Memory Forensics = defense-in-depth, not single-point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370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M Sans"/>
              </a:defRPr>
            </a:pPr>
            <a:r>
              <a:t>✦  Pre-Kill Forensics — Memory evidence captured BEFORE process termination (unique to RansomShield)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445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✦  Sub-Second Response — Automated detection to containment in under 1 second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520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M Sans"/>
              </a:defRPr>
            </a:pPr>
            <a:r>
              <a:t>✦  100% Open Source — Zero paid licenses; fully reproducible research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595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✦  Safe Simulation — All testing uses synthetic behaviors; no real malware ever touched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670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M Sans"/>
              </a:defRPr>
            </a:pPr>
            <a:r>
              <a:t>✦  Real-Time Dashboard — SOC analysts see threats the instant they occur via WebSocket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745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✦  Configurable Thresholds — All detection parameters tunable in config.py without code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8200000"/>
            <a:ext cx="16230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M Sans"/>
              </a:defRPr>
            </a:pPr>
            <a:r>
              <a:t>✦  Honest ML Claims — Synthetic-data qualifications explicitly documented for patent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000"/>
            <a:ext cx="16230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C5A572"/>
                </a:solidFill>
                <a:latin typeface="Forum"/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00000"/>
            <a:ext cx="162306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M Sans"/>
              </a:defRPr>
            </a:pPr>
            <a:r>
              <a:t>▸  Sysmon Integration — Install sysmon64.exe for advanced Windows event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920000"/>
            <a:ext cx="162306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▸  Volatility 3 Full PoC — Run plugins against full RAM image from isolated 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3640000"/>
            <a:ext cx="162306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M Sans"/>
              </a:defRPr>
            </a:pPr>
            <a:r>
              <a:t>▸  Real Network Isolation Testing — Validate netsh commands inside sandboxed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4360000"/>
            <a:ext cx="162306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▸  Linux auditd Support — Extend system monitoring to Linux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5080000"/>
            <a:ext cx="162306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M Sans"/>
              </a:defRPr>
            </a:pPr>
            <a:r>
              <a:t>▸  Production ML Training — Replace synthetic data with real telemetry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5800000"/>
            <a:ext cx="162306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▸  Multi-Endpoint Architecture — Scale from single-host to distributed agent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6520000"/>
            <a:ext cx="162306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M Sans"/>
              </a:defRPr>
            </a:pPr>
            <a:r>
              <a:t>▸  Persistent Database — Replace in-memory storage with PostgreSQL/MongoDB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7240000"/>
            <a:ext cx="162306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▸  SOC Authentication — Add user login and role-based 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7960000"/>
            <a:ext cx="162306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M Sans"/>
              </a:defRPr>
            </a:pPr>
            <a:r>
              <a:t>▸  Patent Documentation — Full write-up with synthetic-data qualifications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8680000"/>
            <a:ext cx="162306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▸  GHIDRA Integration — Static binary analysis for suspicious executables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nsomshield_hero_17875930486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500000"/>
            <a:ext cx="17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7200" b="1">
                <a:solidFill>
                  <a:srgbClr val="C5A572"/>
                </a:solidFill>
                <a:latin typeface="Forum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5000000"/>
            <a:ext cx="17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Forum"/>
              </a:defRPr>
            </a:pPr>
            <a:r>
              <a:t>Intelligent Ransomware Detection Using Memory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6500000"/>
            <a:ext cx="17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C5A572"/>
                </a:solidFill>
                <a:latin typeface="DM Sans"/>
              </a:defRPr>
            </a:pPr>
            <a:r>
              <a:t>Team 03  —  Review 1  —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7500000"/>
            <a:ext cx="17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CCCCCC"/>
                </a:solidFill>
                <a:latin typeface="DM Sans"/>
              </a:defRPr>
            </a:pPr>
            <a:r>
              <a:t>L.G. Maheshwara Reddy  •  Shaik Salmaan Faris  •  M. Thanuj Kumar  •  Duddu Pothan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923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TEAM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5881" y="9841432"/>
            <a:ext cx="15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REVIEW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514" y="9841432"/>
            <a:ext cx="8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00000" y="9841432"/>
            <a:ext cx="3000000" cy="27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C5A572"/>
                </a:solidFill>
                <a:latin typeface="DM Sans"/>
              </a:defRPr>
            </a:pPr>
            <a:r>
              <a:t>RANSOMSHIELD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